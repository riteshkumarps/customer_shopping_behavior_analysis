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660400"/>
            <a:ext cx="10566136" cy="2966641"/>
          </a:xfrm>
          <a:prstGeom prst="roundRect">
            <a:avLst>
              <a:gd name="adj" fmla="val 1092"/>
            </a:avLst>
          </a:prstGeom>
          <a:solidFill>
            <a:srgbClr val="2A3744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889000"/>
            <a:ext cx="1061693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F9FAFC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2173" y="1391841"/>
            <a:ext cx="1000735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F9FAFC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Customer shopping behaviour 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92173" y="3030141"/>
            <a:ext cx="1061693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9FAF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3,900 purchases. Five commercial lenses. Clearer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3,900 purchases reveal five decisions worth making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054" y="4267200"/>
            <a:ext cx="8255488" cy="3809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6093" y="4583405"/>
            <a:ext cx="3235920" cy="26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50" spc="-16" kern="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3,900 purchases, 18 columns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314939" y="6338912"/>
            <a:ext cx="1386725" cy="53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50" spc="-16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Spend Analysis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314939" y="6973212"/>
            <a:ext cx="1386725" cy="48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high-value customers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40" y="5860520"/>
            <a:ext cx="346724" cy="3467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70518" y="6636111"/>
            <a:ext cx="1386724" cy="53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50" spc="-16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Preference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370518" y="7270412"/>
            <a:ext cx="1386724" cy="480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 SKUs and segments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519" y="6116442"/>
            <a:ext cx="346724" cy="3467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42608" y="6619601"/>
            <a:ext cx="1386724" cy="534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50" spc="-16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 Behaviour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442608" y="7253901"/>
            <a:ext cx="1386724" cy="48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Response to promotions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098" y="6099931"/>
            <a:ext cx="346724" cy="3467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81676" y="6371934"/>
            <a:ext cx="1386725" cy="53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550" spc="-16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8481676" y="7006234"/>
            <a:ext cx="1386725" cy="480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Recurring revenue signals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32" y="5868775"/>
            <a:ext cx="346724" cy="34673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21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analysis starts with a clean, usable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6498"/>
            <a:ext cx="62127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610644"/>
            <a:ext cx="621272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and explored in Python with pandas.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3131641"/>
            <a:ext cx="62127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Impute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595787"/>
            <a:ext cx="621272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37 Review Rating values imputed with the median rating for each product category.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585" y="4383782"/>
            <a:ext cx="62127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Standardize and remove redundancy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847927"/>
            <a:ext cx="621272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Standardized column names; created age_group and purchase_frequency_days; removed redundant promo_code_used after checking it against discount_applied.</a:t>
            </a:r>
            <a:endParaRPr lang="en-US" sz="14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585" y="2998291"/>
            <a:ext cx="621272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5" y="4250432"/>
            <a:ext cx="621272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Text 10"/>
          <p:cNvSpPr/>
          <p:nvPr/>
        </p:nvSpPr>
        <p:spPr>
          <a:xfrm>
            <a:off x="609585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FIVE COMMERCIAL LENSES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One dataset supports five commercial lenses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07903"/>
            <a:ext cx="10972526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Who spends: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compare revenue by gender and age group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What wins: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find top-rated products and the top three products in each category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What converts: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compare subscribers, non-subscribers, and repeat buyers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What costs margin: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isolate high-spending discount users and discount-dependent products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What customers value: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compare standard and express shipping purchase amounts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REVENUE → TARGETING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analysis should end in a targeting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884289"/>
            <a:ext cx="5943451" cy="397371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493889"/>
            <a:ext cx="47242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by gender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4060924"/>
            <a:ext cx="47242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total revenue contribution across customer groups.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5055295"/>
            <a:ext cx="47242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by age group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5622330"/>
            <a:ext cx="47242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the segments contributing the most revenue.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2884289"/>
            <a:ext cx="5943451" cy="397371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28" y="3493889"/>
            <a:ext cx="47242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Shipping type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7828" y="4060924"/>
            <a:ext cx="47242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average purchase amounts for Standard versus Express customers.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7828" y="4880670"/>
            <a:ext cx="472428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strongest revenue signals to focus campaigns, offers, and service design.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Loyalty and subscriptions are linked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3090069"/>
            <a:ext cx="5867253" cy="376793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99669"/>
            <a:ext cx="46480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Classify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163814"/>
            <a:ext cx="464808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purchase history to classify shoppers as New, Returning, or Loyal.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5158184"/>
            <a:ext cx="46480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622330"/>
            <a:ext cx="464808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average spend and total revenue for subscribers versus non-subscribers.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2" y="3090069"/>
            <a:ext cx="5867253" cy="3767931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6934027" y="3699669"/>
            <a:ext cx="46480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34027" y="4163814"/>
            <a:ext cx="464808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whether customers with more than five purchases are more likely to subscribe.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34027" y="4983559"/>
            <a:ext cx="4648084" cy="104705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commercial question is how to move more shoppers from repeat behaviour into durable loyalty.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PRODUCT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signals combine preference, quality, and price sensitivity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4176514"/>
            <a:ext cx="4724282" cy="144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Preference:</a:t>
            </a:r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Rank the top three most purchased products within each category.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Quality: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Identify the five products with the highest average review ratings.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7828" y="4176514"/>
            <a:ext cx="4724282" cy="2071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Price sensitivity:</a:t>
            </a:r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Identify five products with the highest percentage of discounted purchases.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High-value behaviour: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Isolate customers who used discounts but still spent above the average purchase amount.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21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dashboard turns analysis into a decision surface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621272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 the cleaned data and business analysis visually in an interactive dashboard.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893219"/>
            <a:ext cx="2050106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53594"/>
            <a:ext cx="621272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20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Lead with the decision.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852069"/>
            <a:ext cx="621272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Let stakeholders move from an overall view into customer, product, discount, subscription, and revenue questions—then show the segment or product evidence behind it.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FROM ANALYSIS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Five actions follow directly from the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07903"/>
            <a:ext cx="10972526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Boost subscriptions: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Promote exclusive benefits for subscribers.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Build loyalty: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Reward repeat buyers and move them into the Loyal segment.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Review discounts: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Balance sales lift with margin control.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Position products: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Feature top-rated and best-selling products in campaigns.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Target smarter:</a:t>
            </a:r>
            <a:pPr algn="l" marL="345440" indent="-345440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Focus on high-revenue age groups and Express-shipping users.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3658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 REPEATABLE COMMERCIAL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756231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Turn the findings into a repeatable commercial loop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193" y="0"/>
            <a:ext cx="1428714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997101"/>
            <a:ext cx="264153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461246"/>
            <a:ext cx="264153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the strongest segments, products, and subscription opportunities from the dashboard.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75081" y="2997101"/>
            <a:ext cx="259073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Activate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775081" y="3461246"/>
            <a:ext cx="259073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Pair loyalty benefits, product campaigns, and discount rules to those opportunities.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89778" y="2997101"/>
            <a:ext cx="26923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Measure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89778" y="3461246"/>
            <a:ext cx="2692333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Revisit revenue, ratings, purchase frequency, discount dependence, and subscription behaviour as the next decision cycle begins.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09585" y="5461000"/>
            <a:ext cx="11582110" cy="420985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analysis is most valuable when it becomes a recurring way to decide, not a one-time report.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2026-09-27T18:03:32Z</dcterms:created>
  <dcterms:modified xsi:type="dcterms:W3CDTF">2026-09-27T18:03:32Z</dcterms:modified>
</cp:coreProperties>
</file>